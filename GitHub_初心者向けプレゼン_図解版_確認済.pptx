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901fb50a6e4aeb" /><Relationship Type="http://schemas.openxmlformats.org/officeDocument/2006/relationships/extended-properties" Target="/docProps/app.xml" Id="R62c8dc2f14794ff3" /><Relationship Type="http://schemas.openxmlformats.org/officeDocument/2006/relationships/officeDocument" Target="/ppt/presentation.xml" Id="R6a7d825a955149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a94ab7a444c75"/>
  </p:sldMasterIdLst>
  <p:notesMasterIdLst>
    <p:notesMasterId xmlns:r="http://schemas.openxmlformats.org/officeDocument/2006/relationships" r:id="Re638351ddbc24775"/>
  </p:notesMasterIdLst>
  <p:sldIdLst>
    <p:sldId xmlns:r="http://schemas.openxmlformats.org/officeDocument/2006/relationships" id="256" r:id="Rc1a90ac3b04f4359"/>
    <p:sldId xmlns:r="http://schemas.openxmlformats.org/officeDocument/2006/relationships" id="257" r:id="R7e63251cef4844cb"/>
    <p:sldId xmlns:r="http://schemas.openxmlformats.org/officeDocument/2006/relationships" id="258" r:id="Ra63f480416a04e8f"/>
    <p:sldId xmlns:r="http://schemas.openxmlformats.org/officeDocument/2006/relationships" id="259" r:id="Raf330f9f613447d9"/>
    <p:sldId xmlns:r="http://schemas.openxmlformats.org/officeDocument/2006/relationships" id="260" r:id="Rbfde0be23b094a6b"/>
    <p:sldId xmlns:r="http://schemas.openxmlformats.org/officeDocument/2006/relationships" id="261" r:id="R2f607f9b0d944309"/>
    <p:sldId xmlns:r="http://schemas.openxmlformats.org/officeDocument/2006/relationships" id="262" r:id="Rd5cd24dbc62c4ccb"/>
    <p:sldId xmlns:r="http://schemas.openxmlformats.org/officeDocument/2006/relationships" id="263" r:id="Rb8bb5d1cf57746e5"/>
    <p:sldId xmlns:r="http://schemas.openxmlformats.org/officeDocument/2006/relationships" id="264" r:id="R8239a8a97df14547"/>
    <p:sldId xmlns:r="http://schemas.openxmlformats.org/officeDocument/2006/relationships" id="265" r:id="R626e4176e0c74e04"/>
    <p:sldId xmlns:r="http://schemas.openxmlformats.org/officeDocument/2006/relationships" id="266" r:id="Rad31c0e6e04b4d9d"/>
    <p:sldId xmlns:r="http://schemas.openxmlformats.org/officeDocument/2006/relationships" id="267" r:id="Rd14a88ad8eb9447c"/>
    <p:sldId xmlns:r="http://schemas.openxmlformats.org/officeDocument/2006/relationships" id="268" r:id="R1a56313b532b409a"/>
    <p:sldId xmlns:r="http://schemas.openxmlformats.org/officeDocument/2006/relationships" id="269" r:id="R0ee129dc137146b5"/>
    <p:sldId xmlns:r="http://schemas.openxmlformats.org/officeDocument/2006/relationships" id="270" r:id="R7db35ebe5bba43b5"/>
    <p:sldId xmlns:r="http://schemas.openxmlformats.org/officeDocument/2006/relationships" id="271" r:id="R7bea7c7b60644abc"/>
    <p:sldId xmlns:r="http://schemas.openxmlformats.org/officeDocument/2006/relationships" id="272" r:id="R4c47b26311cf4dfa"/>
    <p:sldId xmlns:r="http://schemas.openxmlformats.org/officeDocument/2006/relationships" id="273" r:id="Re6ba35d749ef4380"/>
    <p:sldId xmlns:r="http://schemas.openxmlformats.org/officeDocument/2006/relationships" id="274" r:id="R64473e3891134d0b"/>
    <p:sldId xmlns:r="http://schemas.openxmlformats.org/officeDocument/2006/relationships" id="275" r:id="R26e89ad7e8f243a1"/>
    <p:sldId xmlns:r="http://schemas.openxmlformats.org/officeDocument/2006/relationships" id="276" r:id="R980670fcd0fd41d1"/>
    <p:sldId xmlns:r="http://schemas.openxmlformats.org/officeDocument/2006/relationships" id="277" r:id="R6cb5f849ff6245ee"/>
    <p:sldId xmlns:r="http://schemas.openxmlformats.org/officeDocument/2006/relationships" id="278" r:id="R29ae7670eb8047e9"/>
    <p:sldId xmlns:r="http://schemas.openxmlformats.org/officeDocument/2006/relationships" id="279" r:id="R3afee25b66bb48a9"/>
    <p:sldId xmlns:r="http://schemas.openxmlformats.org/officeDocument/2006/relationships" id="280" r:id="R190d63d175fa4c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3279b8d4d44a67" /><Relationship Type="http://schemas.openxmlformats.org/officeDocument/2006/relationships/slideMaster" Target="/ppt/slideMasters/slideMaster1.xml" Id="Re96a94ab7a444c75" /><Relationship Type="http://schemas.openxmlformats.org/officeDocument/2006/relationships/notesMaster" Target="/ppt/notesMasters/notesMaster1.xml" Id="Re638351ddbc24775" /><Relationship Type="http://schemas.openxmlformats.org/officeDocument/2006/relationships/presProps" Target="/ppt/presProps.xml" Id="R2f9af72b46c241f8" /><Relationship Type="http://schemas.openxmlformats.org/officeDocument/2006/relationships/tableStyles" Target="/ppt/tableStyles.xml" Id="Re15c325729314718" /><Relationship Type="http://schemas.openxmlformats.org/officeDocument/2006/relationships/slide" Target="/ppt/slides/slide1.xml" Id="Rc1a90ac3b04f4359" /><Relationship Type="http://schemas.openxmlformats.org/officeDocument/2006/relationships/slide" Target="/ppt/slides/slide2.xml" Id="R7e63251cef4844cb" /><Relationship Type="http://schemas.openxmlformats.org/officeDocument/2006/relationships/slide" Target="/ppt/slides/slide3.xml" Id="Ra63f480416a04e8f" /><Relationship Type="http://schemas.openxmlformats.org/officeDocument/2006/relationships/slide" Target="/ppt/slides/slide4.xml" Id="Raf330f9f613447d9" /><Relationship Type="http://schemas.openxmlformats.org/officeDocument/2006/relationships/slide" Target="/ppt/slides/slide5.xml" Id="Rbfde0be23b094a6b" /><Relationship Type="http://schemas.openxmlformats.org/officeDocument/2006/relationships/slide" Target="/ppt/slides/slide6.xml" Id="R2f607f9b0d944309" /><Relationship Type="http://schemas.openxmlformats.org/officeDocument/2006/relationships/slide" Target="/ppt/slides/slide7.xml" Id="Rd5cd24dbc62c4ccb" /><Relationship Type="http://schemas.openxmlformats.org/officeDocument/2006/relationships/slide" Target="/ppt/slides/slide8.xml" Id="Rb8bb5d1cf57746e5" /><Relationship Type="http://schemas.openxmlformats.org/officeDocument/2006/relationships/slide" Target="/ppt/slides/slide9.xml" Id="R8239a8a97df14547" /><Relationship Type="http://schemas.openxmlformats.org/officeDocument/2006/relationships/slide" Target="/ppt/slides/slide10.xml" Id="R626e4176e0c74e04" /><Relationship Type="http://schemas.openxmlformats.org/officeDocument/2006/relationships/slide" Target="/ppt/slides/slide11.xml" Id="Rad31c0e6e04b4d9d" /><Relationship Type="http://schemas.openxmlformats.org/officeDocument/2006/relationships/slide" Target="/ppt/slides/slide12.xml" Id="Rd14a88ad8eb9447c" /><Relationship Type="http://schemas.openxmlformats.org/officeDocument/2006/relationships/slide" Target="/ppt/slides/slide13.xml" Id="R1a56313b532b409a" /><Relationship Type="http://schemas.openxmlformats.org/officeDocument/2006/relationships/slide" Target="/ppt/slides/slide14.xml" Id="R0ee129dc137146b5" /><Relationship Type="http://schemas.openxmlformats.org/officeDocument/2006/relationships/slide" Target="/ppt/slides/slide15.xml" Id="R7db35ebe5bba43b5" /><Relationship Type="http://schemas.openxmlformats.org/officeDocument/2006/relationships/slide" Target="/ppt/slides/slide16.xml" Id="R7bea7c7b60644abc" /><Relationship Type="http://schemas.openxmlformats.org/officeDocument/2006/relationships/slide" Target="/ppt/slides/slide17.xml" Id="R4c47b26311cf4dfa" /><Relationship Type="http://schemas.openxmlformats.org/officeDocument/2006/relationships/slide" Target="/ppt/slides/slide18.xml" Id="Re6ba35d749ef4380" /><Relationship Type="http://schemas.openxmlformats.org/officeDocument/2006/relationships/slide" Target="/ppt/slides/slide19.xml" Id="R64473e3891134d0b" /><Relationship Type="http://schemas.openxmlformats.org/officeDocument/2006/relationships/slide" Target="/ppt/slides/slide20.xml" Id="R26e89ad7e8f243a1" /><Relationship Type="http://schemas.openxmlformats.org/officeDocument/2006/relationships/slide" Target="/ppt/slides/slide21.xml" Id="R980670fcd0fd41d1" /><Relationship Type="http://schemas.openxmlformats.org/officeDocument/2006/relationships/slide" Target="/ppt/slides/slide22.xml" Id="R6cb5f849ff6245ee" /><Relationship Type="http://schemas.openxmlformats.org/officeDocument/2006/relationships/slide" Target="/ppt/slides/slide23.xml" Id="R29ae7670eb8047e9" /><Relationship Type="http://schemas.openxmlformats.org/officeDocument/2006/relationships/slide" Target="/ppt/slides/slide24.xml" Id="R3afee25b66bb48a9" /><Relationship Type="http://schemas.openxmlformats.org/officeDocument/2006/relationships/slide" Target="/ppt/slides/slide25.xml" Id="R190d63d175fa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42b550fea44f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dc56d86f7435f" /><Relationship Type="http://schemas.openxmlformats.org/officeDocument/2006/relationships/notesMaster" Target="/ppt/notesMasters/notesMaster1.xml" Id="Rb38172c371d649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c569fccc84a04" /><Relationship Type="http://schemas.openxmlformats.org/officeDocument/2006/relationships/notesMaster" Target="/ppt/notesMasters/notesMaster1.xml" Id="Rb7cebbe295ce47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a121ee67141ae" /><Relationship Type="http://schemas.openxmlformats.org/officeDocument/2006/relationships/notesMaster" Target="/ppt/notesMasters/notesMaster1.xml" Id="Rb8615f279a1f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1df67355ed456e" /><Relationship Type="http://schemas.openxmlformats.org/officeDocument/2006/relationships/notesMaster" Target="/ppt/notesMasters/notesMaster1.xml" Id="R7f2a7e15dc0944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5733b725f54f6d" /><Relationship Type="http://schemas.openxmlformats.org/officeDocument/2006/relationships/notesMaster" Target="/ppt/notesMasters/notesMaster1.xml" Id="Rb64d00942b74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6735233ae4065" /><Relationship Type="http://schemas.openxmlformats.org/officeDocument/2006/relationships/notesMaster" Target="/ppt/notesMasters/notesMaster1.xml" Id="R8cdfc8a314d445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73bc4bda2416e" /><Relationship Type="http://schemas.openxmlformats.org/officeDocument/2006/relationships/notesMaster" Target="/ppt/notesMasters/notesMaster1.xml" Id="Rc70c4bf674ae44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48171e9b944564" /><Relationship Type="http://schemas.openxmlformats.org/officeDocument/2006/relationships/notesMaster" Target="/ppt/notesMasters/notesMaster1.xml" Id="R71b80d54edf042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d9d4a98031406e" /><Relationship Type="http://schemas.openxmlformats.org/officeDocument/2006/relationships/notesMaster" Target="/ppt/notesMasters/notesMaster1.xml" Id="Ra69ff7fd684c4c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f8dd5d6a1e459c" /><Relationship Type="http://schemas.openxmlformats.org/officeDocument/2006/relationships/notesMaster" Target="/ppt/notesMasters/notesMaster1.xml" Id="R3ebc4a5ca6ed4b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6f7c387b564aee" /><Relationship Type="http://schemas.openxmlformats.org/officeDocument/2006/relationships/notesMaster" Target="/ppt/notesMasters/notesMaster1.xml" Id="R846b12178f2746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43a5408a124ae2" /><Relationship Type="http://schemas.openxmlformats.org/officeDocument/2006/relationships/notesMaster" Target="/ppt/notesMasters/notesMaster1.xml" Id="R615672a1bbb141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48839852cf41ac" /><Relationship Type="http://schemas.openxmlformats.org/officeDocument/2006/relationships/notesMaster" Target="/ppt/notesMasters/notesMaster1.xml" Id="R0e79650a401e49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f0ac3f0c9e4b05" /><Relationship Type="http://schemas.openxmlformats.org/officeDocument/2006/relationships/notesMaster" Target="/ppt/notesMasters/notesMaster1.xml" Id="R0365d753e11d44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314db7e31f481c" /><Relationship Type="http://schemas.openxmlformats.org/officeDocument/2006/relationships/notesMaster" Target="/ppt/notesMasters/notesMaster1.xml" Id="R3cf2af55ab8f47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6dd600000f4e5d" /><Relationship Type="http://schemas.openxmlformats.org/officeDocument/2006/relationships/notesMaster" Target="/ppt/notesMasters/notesMaster1.xml" Id="R0f6db047af8e40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af731637b349ef" /><Relationship Type="http://schemas.openxmlformats.org/officeDocument/2006/relationships/notesMaster" Target="/ppt/notesMasters/notesMaster1.xml" Id="Rd57759cab52b42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c2efc08b0c45b4" /><Relationship Type="http://schemas.openxmlformats.org/officeDocument/2006/relationships/notesMaster" Target="/ppt/notesMasters/notesMaster1.xml" Id="Rb4653695eec044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e52e33c4d84ea6" /><Relationship Type="http://schemas.openxmlformats.org/officeDocument/2006/relationships/notesMaster" Target="/ppt/notesMasters/notesMaster1.xml" Id="Rd6df9a4cc0824b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96f1c080cb4d05" /><Relationship Type="http://schemas.openxmlformats.org/officeDocument/2006/relationships/notesMaster" Target="/ppt/notesMasters/notesMaster1.xml" Id="R22ad488a725649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0232a50f8f49b3" /><Relationship Type="http://schemas.openxmlformats.org/officeDocument/2006/relationships/notesMaster" Target="/ppt/notesMasters/notesMaster1.xml" Id="R2b41582a96de4d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1accd1df0b4a56" /><Relationship Type="http://schemas.openxmlformats.org/officeDocument/2006/relationships/notesMaster" Target="/ppt/notesMasters/notesMaster1.xml" Id="R32afd4e4b22245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a6aa73b18a4193" /><Relationship Type="http://schemas.openxmlformats.org/officeDocument/2006/relationships/notesMaster" Target="/ppt/notesMasters/notesMaster1.xml" Id="Raab2d69208724f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c708d3f7434052" /><Relationship Type="http://schemas.openxmlformats.org/officeDocument/2006/relationships/notesMaster" Target="/ppt/notesMasters/notesMaster1.xml" Id="R054c58a6f79342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da836d0c8f444a" /><Relationship Type="http://schemas.openxmlformats.org/officeDocument/2006/relationships/notesMaster" Target="/ppt/notesMasters/notesMaster1.xml" Id="R3465668a46cd40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今日のゴール: Privateリポジトリを作り、READMEを編集してコミットし、履歴を確認する。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説明約40分と操作演習。プログラミングや専用アプリは不要。参考: 添付ガイド。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GitHubのリポジトリ、履歴、プルリクエストを使う動機。参考: 添付ガイド、https://docs.github.com/en/pull-requests/get-started/about-pull-requests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リポジトリはファイルと変更履歴を持ち、GitHubはプルリクエストなどの共同作業機能を提供。参考: 添付ガイド、https://docs.github.com/en/pull-requests/get-started/about-pull-requests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Gitはバージョン管理。GitHubは共同作業の場。AIエージェントは接続と権限を与えた範囲でタスクを実行できる。製品・プランによって機能は異なる。参考: https://docs.github.com/en/copilot/concepts/agents/about-third-party-coding-agents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例示の文章は架空。コミットと差分の概念。参考: 添付ガイド、https://docs.github.com/en/pull-requests/get-started/about-pull-requests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Docs: branches isolate development, PR proposes changes between branches; review and checks precede merge. https://docs.github.com/en/pull-requests/get-started/about-pull-requests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具体例はGitHubのcoding agentsワークフローに基づく。Issueやpromptを渡すとエージェントが変更を加えてPRを作り、レビューを要求できる。利用条件や製品による差に注意。https://docs.github.com/en/copilot/concepts/agents/about-third-party-coding-agents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GitHubの一般的なPR機能とcoding agentのワークフローからの利点を整理した説明。AIが必ず正しい変更をするという意味ではない。https://docs.github.com/en/pull-requests/get-started/about-pull-requests、https://docs.github.com/en/copilot/concepts/agents/about-third-party-cod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PR上では差分、checks、レビューを確認できる。連携に必要な権限は製品設定に依存。https://docs.github.com/en/pull-requests/get-started/about-pull-requests、https://docs.github.com/en/copilot/concepts/agents/about-third-party-coding-agents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用語の意味は添付ガイドに沿う。Privateは許可した人のみ、Publicは誰でも閲覧できる。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添付画像の「ローカルセーブ」「グローバルセーブ」は覚えるための比喩。commitは通常ローカル履歴に記録、pushはリモートへ送信。ブラウザーからの編集は直接GitHub上でコミットでき、手動pushは不要。参考: https://docs.github.com/en/enterprise-cloud@latest/get-started/using-github/connecting-to-github、https://docs.github.com/en/codespaces/the-githubdev-web-based-editor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添付画像の比喩を初心者向けに言い換え。cloneは新しいディレクトリに複製、pullはリモートの変更を取得して現在のブランチへ統合する。参考: https://git-scm.com/docs/git-clone、https://git-scm.com/docs/git-pull、https://git-scm.com/docs/git-push、https://git-scm.com/docs/git-commit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添付画像の「branch=セーブデータ」「merge=禁忌の機能」は比喩としても誤解を招くため修正。checkoutはファイル復元にも使える多義的なコマンド。初学者にはブランチ切替をswitchと説明。参考: https://git-scm.com/docs/git-checkout、https://git-scm.com/docs/git-switch、https://git-scm.com/docs/git-merge、https://git-scm.com/docs/git-tag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登録画面は https://github.com/signup。二段階認証も推奨。Privateでも秘密情報を保存しない。参考: 添付ガイド。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参考: 添付「GitHub はじめての使い方ガイド」、添付画像 スライド1.PNG。画面の配置や文言は更新で変わる可能性がある。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参考: 添付「GitHub はじめての使い方ガイド」、添付画像 スライド2.PNG。画面の配置や文言は更新で変わる可能性がある。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Markdownの見出し記法を説明。編集後、Previewで見た目を確認できる。参考: 添付ガイド。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参考: 添付「GitHub はじめての使い方ガイド」、添付画像 スライド7.PNG。画面の配置や文言は更新で変わる可能性がある。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本文例「今日はGitHubの練習をしました。」コミットメッセージ例「練習メモを追加」。参考: 添付ガイド。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参考: 添付「GitHub はじめての使い方ガイド」、添付画像 スライド4.PNG。画面の配置や文言は更新で変わる可能性がある。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履歴の画面表示は変化する場合がある。過去のコミットそのものを消すのではなく、新たな変更として戻す。参考: 添付ガイド。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今回の操作演習ではブランチ・プルリクエストは作らず、概念を紹介。権限を持つ共同作業者を招待する必要がある。参考: 添付ガイド。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公開中に複製された内容は後からPrivateへ戻しても回収できない。ブラウザーアップロードの制限など、最新情報はGitHub Docsで確認する。参考: 添付ガイド。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添付画像スライド9、10、画像1(1)はClaudeとの接続例。クレジット特典は有効期限・条件を検証できないためプレゼンの基本手順には含めない。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8e3b5c8fe45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9416e1b6b49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da4012fb040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4f29268ef44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29c7e0b524e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d86f2ff4642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CEFF0A-A039-462B-BAAF-829B0ADC8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51B1FF-3DF7-4724-BA53-5A7D85CC8E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0A2F58-6511-4C13-81A9-7C0E16268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36C185-F7B4-4980-99C9-168FB717B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DC269E-5939-4F55-986A-283AB7983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A59729-A38F-4E87-A505-654665E14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1C8E7D-564E-4A48-9352-31DADB5C4F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C863B0-5A6E-477F-A7EF-B3439FE031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B65255-8410-4E9E-8E0D-094E135B00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F19911-3B92-4294-BAFD-5779B87009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ba4863a1d40b0" /><Relationship Type="http://schemas.openxmlformats.org/officeDocument/2006/relationships/slideLayout" Target="/ppt/slideLayouts/slideLayout1.xml" Id="R30dd2821f10b4692" /><Relationship Type="http://schemas.openxmlformats.org/officeDocument/2006/relationships/slideLayout" Target="/ppt/slideLayouts/slideLayout2.xml" Id="R7ba49e2aa7254fb7" /><Relationship Type="http://schemas.openxmlformats.org/officeDocument/2006/relationships/slideLayout" Target="/ppt/slideLayouts/slideLayout3.xml" Id="R1347dc100e6548ab" /><Relationship Type="http://schemas.openxmlformats.org/officeDocument/2006/relationships/slideLayout" Target="/ppt/slideLayouts/slideLayout4.xml" Id="Re94483252a2e4d80" /><Relationship Type="http://schemas.openxmlformats.org/officeDocument/2006/relationships/slideLayout" Target="/ppt/slideLayouts/slideLayout5.xml" Id="Rbb4d960901644002" /><Relationship Type="http://schemas.openxmlformats.org/officeDocument/2006/relationships/slideLayout" Target="/ppt/slideLayouts/slideLayout6.xml" Id="R8eab28786c5648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d2821f10b4692"/>
    <p:sldLayoutId xmlns:r="http://schemas.openxmlformats.org/officeDocument/2006/relationships" id="2147483650" r:id="R7ba49e2aa7254fb7"/>
    <p:sldLayoutId xmlns:r="http://schemas.openxmlformats.org/officeDocument/2006/relationships" id="2147483651" r:id="R1347dc100e6548ab"/>
    <p:sldLayoutId xmlns:r="http://schemas.openxmlformats.org/officeDocument/2006/relationships" id="2147483652" r:id="Re94483252a2e4d80"/>
    <p:sldLayoutId xmlns:r="http://schemas.openxmlformats.org/officeDocument/2006/relationships" id="2147483653" r:id="Rbb4d960901644002"/>
    <p:sldLayoutId xmlns:r="http://schemas.openxmlformats.org/officeDocument/2006/relationships" id="2147483654" r:id="R8eab28786c5648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6cf2cdaaa4be8" /><Relationship Type="http://schemas.openxmlformats.org/officeDocument/2006/relationships/notesSlide" Target="/ppt/notesSlides/notesSlide1.xml" Id="Rad235707ca5b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ab0a8b5b541fe" /><Relationship Type="http://schemas.openxmlformats.org/officeDocument/2006/relationships/notesSlide" Target="/ppt/notesSlides/notesSlide2.xml" Id="R3fe65326086d46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1c659356741df" /><Relationship Type="http://schemas.openxmlformats.org/officeDocument/2006/relationships/notesSlide" Target="/ppt/notesSlides/notesSlide3.xml" Id="R67cdc7d076ce49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13feb5acd4e3e" /><Relationship Type="http://schemas.openxmlformats.org/officeDocument/2006/relationships/notesSlide" Target="/ppt/notesSlides/notesSlide4.xml" Id="Rd786d19dbb464d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dfa9526c3482f" /><Relationship Type="http://schemas.openxmlformats.org/officeDocument/2006/relationships/notesSlide" Target="/ppt/notesSlides/notesSlide5.xml" Id="R70a73b5adc5e4e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d29b669f649d9" /><Relationship Type="http://schemas.openxmlformats.org/officeDocument/2006/relationships/notesSlide" Target="/ppt/notesSlides/notesSlide6.xml" Id="R3c62410ae4a143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b2114eef64963" /><Relationship Type="http://schemas.openxmlformats.org/officeDocument/2006/relationships/notesSlide" Target="/ppt/notesSlides/notesSlide7.xml" Id="Ree65c678aaba4c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1262458714178" /><Relationship Type="http://schemas.openxmlformats.org/officeDocument/2006/relationships/notesSlide" Target="/ppt/notesSlides/notesSlide8.xml" Id="R624d5c3d23354e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9488281dc47ae" /><Relationship Type="http://schemas.openxmlformats.org/officeDocument/2006/relationships/notesSlide" Target="/ppt/notesSlides/notesSlide9.xml" Id="Ra888315ffa4647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aee41ae15419f" /><Relationship Type="http://schemas.openxmlformats.org/officeDocument/2006/relationships/notesSlide" Target="/ppt/notesSlides/notesSlide10.xml" Id="Rf04f3ee93d774b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4d5c12c184175" /><Relationship Type="http://schemas.openxmlformats.org/officeDocument/2006/relationships/notesSlide" Target="/ppt/notesSlides/notesSlide11.xml" Id="R628f685a073046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d891261834f94" /><Relationship Type="http://schemas.openxmlformats.org/officeDocument/2006/relationships/notesSlide" Target="/ppt/notesSlides/notesSlide12.xml" Id="R4838d5135bbc40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aabb695a94185" /><Relationship Type="http://schemas.openxmlformats.org/officeDocument/2006/relationships/notesSlide" Target="/ppt/notesSlides/notesSlide13.xml" Id="R523f46a97aec4d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1d0ec0c834640" /><Relationship Type="http://schemas.openxmlformats.org/officeDocument/2006/relationships/notesSlide" Target="/ppt/notesSlides/notesSlide14.xml" Id="R8d37611f88ba4a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4c7d41bcc44b3" /><Relationship Type="http://schemas.openxmlformats.org/officeDocument/2006/relationships/notesSlide" Target="/ppt/notesSlides/notesSlide15.xml" Id="R861134e16fa34b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a2694e1194478d" /><Relationship Type="http://schemas.openxmlformats.org/officeDocument/2006/relationships/image" Target="/ppt/media/image.png" Id="R92c00b696cba43f5" /><Relationship Type="http://schemas.openxmlformats.org/officeDocument/2006/relationships/notesSlide" Target="/ppt/notesSlides/notesSlide16.xml" Id="Rce22ad481fd74b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6abad8d0c4da1" /><Relationship Type="http://schemas.openxmlformats.org/officeDocument/2006/relationships/image" Target="/ppt/media/image2.png" Id="Ree89a79fe4d04e01" /><Relationship Type="http://schemas.openxmlformats.org/officeDocument/2006/relationships/notesSlide" Target="/ppt/notesSlides/notesSlide17.xml" Id="Rd2aca11453a640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1dba1560743f1" /><Relationship Type="http://schemas.openxmlformats.org/officeDocument/2006/relationships/notesSlide" Target="/ppt/notesSlides/notesSlide18.xml" Id="R2628744a604e40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7f4c15f334729" /><Relationship Type="http://schemas.openxmlformats.org/officeDocument/2006/relationships/image" Target="/ppt/media/image3.png" Id="R118b62955d3040ae" /><Relationship Type="http://schemas.openxmlformats.org/officeDocument/2006/relationships/notesSlide" Target="/ppt/notesSlides/notesSlide19.xml" Id="R0c7798cc864a44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91a91ac65472d" /><Relationship Type="http://schemas.openxmlformats.org/officeDocument/2006/relationships/notesSlide" Target="/ppt/notesSlides/notesSlide20.xml" Id="Rd5a345d4361548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c53d6ee614356" /><Relationship Type="http://schemas.openxmlformats.org/officeDocument/2006/relationships/image" Target="/ppt/media/image4.png" Id="Rcdd1da8252874cf2" /><Relationship Type="http://schemas.openxmlformats.org/officeDocument/2006/relationships/notesSlide" Target="/ppt/notesSlides/notesSlide21.xml" Id="R0f18882eb56348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f12bf59da94239" /><Relationship Type="http://schemas.openxmlformats.org/officeDocument/2006/relationships/notesSlide" Target="/ppt/notesSlides/notesSlide22.xml" Id="R104a59705f244b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07ff3bbf447fc" /><Relationship Type="http://schemas.openxmlformats.org/officeDocument/2006/relationships/notesSlide" Target="/ppt/notesSlides/notesSlide23.xml" Id="Rc763f54b7fa046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2e64c85f54c52" /><Relationship Type="http://schemas.openxmlformats.org/officeDocument/2006/relationships/notesSlide" Target="/ppt/notesSlides/notesSlide24.xml" Id="Raf56935d6fb24b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41b2cc0f9495e" /><Relationship Type="http://schemas.openxmlformats.org/officeDocument/2006/relationships/image" Target="/ppt/media/image5.png" Id="R02a1b26af0ee4fcc" /><Relationship Type="http://schemas.openxmlformats.org/officeDocument/2006/relationships/notesSlide" Target="/ppt/notesSlides/notesSlide25.xml" Id="Re304c5ffd0634e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5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F2087-1FE9-47D9-BF60-4AD60DE1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はじめての 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2025C-B7D8-411E-99C3-CFC7D149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DCEBFA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BF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DCEBFA"/>
                </a:solidFill>
                <a:latin typeface="Yu Gothic"/>
                <a:ea typeface="Yu Gothic"/>
                <a:cs typeface="Yu Gothic"/>
              </a:rPr>
              <a:t>仕組みと AI 連携を知り、ブラウザーで使ってみる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7C16B-B5E1-4E6C-9421-8E85DF25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B7CCE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7CCE2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7CCE2"/>
                </a:solidFill>
                <a:latin typeface="Yu Gothic"/>
                <a:ea typeface="Yu Gothic"/>
                <a:cs typeface="Yu Gothic"/>
              </a:rPr>
              <a:t>初心者向け  約40分＋操作演習</a:t>
            </a:r>
          </a:p>
        </p:txBody>
      </p:sp>
    </p:spTree>
    <p:extLst>
      <p:ext uri="{BB962C8B-B14F-4D97-AF65-F5344CB8AC3E}">
        <p14:creationId xmlns:p14="http://schemas.microsoft.com/office/powerpoint/2010/main" val="846792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460B2-4284-4F07-BC9F-5BFCCB1C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今日のゴール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6DF8C-3930-4CF6-A466-026EEFC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775B0-21F9-4D59-B11B-79E8F63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GitHub が必要になる場面を説明できる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BD161-1837-4093-8E43-9EF8CEC9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変更を記録し、人や AI と確認する流れがわかる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0A953-8A71-4AC8-ADD0-80A93D88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自分のリポジトリで基本操作を試せる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F37DD-2002-44CA-86F6-91EE6D72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578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操作演習はブラウザーだけで完結します。</a:t>
            </a:r>
          </a:p>
        </p:txBody>
      </p:sp>
    </p:spTree>
    <p:extLst>
      <p:ext uri="{BB962C8B-B14F-4D97-AF65-F5344CB8AC3E}">
        <p14:creationId xmlns:p14="http://schemas.microsoft.com/office/powerpoint/2010/main" val="1436897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A7BB6-EC14-4F34-BAFE-B64D6BC9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同じファイルを直し続けると困ること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509F2-C8BE-435E-BCA9-B2AB8D1B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例：Webサイトの index.html を何度も更新する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0436B-79BC-4426-B909-704A2AD0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0CB34-6BCA-490F-BC7B-3F589591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どれが最新版？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38DDD-4322-482F-B931-AE5004C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変更の順番と内容を記録する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03FC0-4B52-4C8D-B029-4316C051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前の文章に戻したい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AFB53-3C7B-48C8-82CF-B9B2655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90875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以前の状態を履歴から調べる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77727-1135-4911-A912-9B9DBBBE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人や AI が直した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A82F5-8501-4F73-82C4-E2EC418D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差分を見て、採用するか決める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CB6CE-1AA5-448E-ABFC-DED0BD46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435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GitHub は、これらの確認を一つのプロジェクト内で行えるようにします。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908975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E3717-C97D-42B1-A304-A8BAEA3D94B2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657475"/>
            <a:ext cx="385762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CABAE-2E56-4F6A-A6B0-90724C2C2F55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65747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76CD8-E08D-42F2-8194-0DCEFC0353C5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238375" y="2657475"/>
            <a:ext cx="385762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AD484-12FA-482F-91EE-386A45AF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リポジトリはプロジェクトの置き場所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B79B1-39E4-44DA-A157-467A2844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" name="図:Repository：my-first-notes">
            <a:extLst xmlns:a="http://schemas.openxmlformats.org/drawingml/2006/main">
              <a:ext uri="{FF2B5EF4-FFF2-40B4-BE49-F238E27FC236}">
                <a16:creationId xmlns:a16="http://schemas.microsoft.com/office/drawing/2014/main" id="{20FDA917-FCDA-4339-9E66-8859364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43075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3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Repository：my-first-notes</a:t>
            </a:r>
          </a:p>
        </p:txBody>
      </p:sp>
      <p:sp>
        <p:nvSpPr>
          <p:cNvPr id="4" name="図:ファイル">
            <a:extLst xmlns:a="http://schemas.openxmlformats.org/drawingml/2006/main">
              <a:ext uri="{FF2B5EF4-FFF2-40B4-BE49-F238E27FC236}">
                <a16:creationId xmlns:a16="http://schemas.microsoft.com/office/drawing/2014/main" id="{B5F49934-DCC2-4069-B2A1-96D4CA78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76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ファイル</a:t>
            </a:r>
          </a:p>
        </p:txBody>
      </p:sp>
      <p:sp>
        <p:nvSpPr>
          <p:cNvPr id="5" name="図:変更履歴">
            <a:extLst xmlns:a="http://schemas.openxmlformats.org/drawingml/2006/main">
              <a:ext uri="{FF2B5EF4-FFF2-40B4-BE49-F238E27FC236}">
                <a16:creationId xmlns:a16="http://schemas.microsoft.com/office/drawing/2014/main" id="{3E56B119-6D19-4432-B5B4-79EB78E2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09950"/>
            <a:ext cx="276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変更履歴</a:t>
            </a:r>
          </a:p>
        </p:txBody>
      </p:sp>
      <p:sp>
        <p:nvSpPr>
          <p:cNvPr id="6" name="図:共同作業">
            <a:extLst xmlns:a="http://schemas.openxmlformats.org/drawingml/2006/main">
              <a:ext uri="{FF2B5EF4-FFF2-40B4-BE49-F238E27FC236}">
                <a16:creationId xmlns:a16="http://schemas.microsoft.com/office/drawing/2014/main" id="{81361BFC-0838-4FF9-9173-D952C246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76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共同作業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49BF7-47EF-4359-8D53-87056822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76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README.md、memo.txt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E21A9-265F-4CE1-8C70-FEC06EF4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76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コミットと差分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DB187-88EB-411D-B5F6-D22F877C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276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提案とレビュー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61FFB-55B5-420F-9FC4-C508CF6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102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一つのリポジトリで、ファイルと「どう変わったか」を管理します。</a:t>
            </a:r>
          </a:p>
        </p:txBody>
      </p:sp>
    </p:spTree>
    <p:extLst>
      <p:ext uri="{BB962C8B-B14F-4D97-AF65-F5344CB8AC3E}">
        <p14:creationId xmlns:p14="http://schemas.microsoft.com/office/powerpoint/2010/main" val="357245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C9B4C-D6D7-450E-8CEE-7249D85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Git、GitHub、AI エージェントの役割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8F9CC-DB7D-4695-8959-86872E94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47C61-8FF6-47F2-BB6A-8E83C9B2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Git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2D2FF-5E5E-45E0-B193-40016D2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9775"/>
            <a:ext cx="7381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変更をコミットとして記録する仕組み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D211A-6DF5-41D0-AADE-8BFA113A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4DEE1-0766-4FC6-940C-8315FF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43250"/>
            <a:ext cx="7381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リポジトリを共有し、提案を確認する場所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1E61F-EC64-4CD6-9717-498737F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AI エージェント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AB3FE-74D2-46EB-8AF8-A50367E1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76725"/>
            <a:ext cx="7381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許可されたファイルを読み、変更案を作る実行者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A5688-626A-4D6B-8273-F35FDBB4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使い分け：AI が作業しても、採用する内容は人が確認します。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2045352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09DAD-5875-4037-9E24-CD1F5B7DF13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81875" y="2571750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A0CE4-687D-4105-9831-6C9AB591076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14725" y="2571750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F6D39-54D1-4B5E-A42A-402DAB25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コミットと差分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3EE79-4B74-4DEC-BD04-4059D271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コミットは変更を記録する区切り。差分は前後で変わった箇所です。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9C653-FA59-404C-BA22-32A00DF1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図:最初の状態">
            <a:extLst xmlns:a="http://schemas.openxmlformats.org/drawingml/2006/main">
              <a:ext uri="{FF2B5EF4-FFF2-40B4-BE49-F238E27FC236}">
                <a16:creationId xmlns:a16="http://schemas.microsoft.com/office/drawing/2014/main" id="{DF783565-36F8-4302-9B16-02E09C4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26193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最初の状態</a:t>
            </a:r>
          </a:p>
        </p:txBody>
      </p:sp>
      <p:sp>
        <p:nvSpPr>
          <p:cNvPr id="5" name="図:説明を追加">
            <a:extLst xmlns:a="http://schemas.openxmlformats.org/drawingml/2006/main">
              <a:ext uri="{FF2B5EF4-FFF2-40B4-BE49-F238E27FC236}">
                <a16:creationId xmlns:a16="http://schemas.microsoft.com/office/drawing/2014/main" id="{80B0E37C-4B4A-4E5E-A607-ECB77C70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85975"/>
            <a:ext cx="26193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説明を追加</a:t>
            </a:r>
          </a:p>
        </p:txBody>
      </p:sp>
      <p:sp>
        <p:nvSpPr>
          <p:cNvPr id="6" name="図:誤字を修正">
            <a:extLst xmlns:a="http://schemas.openxmlformats.org/drawingml/2006/main">
              <a:ext uri="{FF2B5EF4-FFF2-40B4-BE49-F238E27FC236}">
                <a16:creationId xmlns:a16="http://schemas.microsoft.com/office/drawing/2014/main" id="{1F4369CB-9180-4C15-AC24-3710362B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85975"/>
            <a:ext cx="26193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誤字を修正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0FEF2-8E91-43B8-BE71-EE13189D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38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コミット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32827-A0BB-43CB-B6F9-46D075A2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57550"/>
            <a:ext cx="238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コミット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2777B-B611-422E-A701-58A28FD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238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コミット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9676D-48FD-4825-8C70-BB43DC9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差分の例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E1768-1CB6-442E-8E89-FE4C028F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958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変更前：「GitHub を始めました」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77879-2879-4BDA-9B56-08A8EA8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958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変更後：「README を編集しました」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8BF11-D505-45C0-9C0D-8E219F3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00700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記録を開くと、何を変えたか後から確かめられます。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632418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B3097-C01B-4F4A-AA03-0255AB90A07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552825"/>
            <a:ext cx="352425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41FC7-C7C5-4AD4-A53B-370BC3C2A61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34500" y="2295525"/>
            <a:ext cx="19050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34708-C86B-4DD4-9B98-38EAEFD7B31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3552825"/>
            <a:ext cx="714375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5FBA6-E510-4B49-BB4F-4AAAFD15178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00750" y="2295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A5BE0-2E1D-4EE1-A2D2-35A23481F7F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905125" y="2295525"/>
            <a:ext cx="714375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B4CF4-3118-4DB3-8906-1CBC16CE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ブランチとプルリクエスト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DD218-BC9F-4C47-B104-2D04031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完成版の main を保ちながら、別の場所で変更を提案します。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8FD87-7F52-497E-B959-CFED2FE8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図:main">
            <a:extLst xmlns:a="http://schemas.openxmlformats.org/drawingml/2006/main">
              <a:ext uri="{FF2B5EF4-FFF2-40B4-BE49-F238E27FC236}">
                <a16:creationId xmlns:a16="http://schemas.microsoft.com/office/drawing/2014/main" id="{2044E72B-7FC8-4B55-BA16-8FB100B7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143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main</a:t>
            </a:r>
          </a:p>
        </p:txBody>
      </p:sp>
      <p:sp>
        <p:nvSpPr>
          <p:cNvPr id="5" name="図:作業ブランチ">
            <a:extLst xmlns:a="http://schemas.openxmlformats.org/drawingml/2006/main">
              <a:ext uri="{FF2B5EF4-FFF2-40B4-BE49-F238E27FC236}">
                <a16:creationId xmlns:a16="http://schemas.microsoft.com/office/drawing/2014/main" id="{2872F610-A14D-4A60-BF53-2960A815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6690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作業ブランチ</a:t>
            </a:r>
          </a:p>
        </p:txBody>
      </p:sp>
      <p:sp>
        <p:nvSpPr>
          <p:cNvPr id="6" name="図:Pull request">
            <a:extLst xmlns:a="http://schemas.openxmlformats.org/drawingml/2006/main">
              <a:ext uri="{FF2B5EF4-FFF2-40B4-BE49-F238E27FC236}">
                <a16:creationId xmlns:a16="http://schemas.microsoft.com/office/drawing/2014/main" id="{4A5B92B2-DCB7-45F1-B8CB-13FAD17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Pull request</a:t>
            </a:r>
          </a:p>
        </p:txBody>
      </p:sp>
      <p:sp>
        <p:nvSpPr>
          <p:cNvPr id="7" name="図:main はそのまま">
            <a:extLst xmlns:a="http://schemas.openxmlformats.org/drawingml/2006/main">
              <a:ext uri="{FF2B5EF4-FFF2-40B4-BE49-F238E27FC236}">
                <a16:creationId xmlns:a16="http://schemas.microsoft.com/office/drawing/2014/main" id="{6EA1EB4E-B3D6-40EB-A706-4257AE81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95775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main はそのまま</a:t>
            </a:r>
          </a:p>
        </p:txBody>
      </p:sp>
      <p:sp>
        <p:nvSpPr>
          <p:cNvPr id="8" name="図:Merge 後の main">
            <a:extLst xmlns:a="http://schemas.openxmlformats.org/drawingml/2006/main">
              <a:ext uri="{FF2B5EF4-FFF2-40B4-BE49-F238E27FC236}">
                <a16:creationId xmlns:a16="http://schemas.microsoft.com/office/drawing/2014/main" id="{15F23E43-953C-475E-ABC5-7C46342B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4675"/>
            <a:ext cx="2143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Merge 後の 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1FB1C-3543-43BC-9237-556BDD72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76900"/>
            <a:ext cx="10334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レビューで差分を確認し、よければ変更を取り込みます。</a:t>
            </a:r>
          </a:p>
        </p:txBody>
      </p:sp>
    </p:spTree>
    <p:extLst>
      <p:ext uri="{BB962C8B-B14F-4D97-AF65-F5344CB8AC3E}">
        <p14:creationId xmlns:p14="http://schemas.microsoft.com/office/powerpoint/2010/main" val="1593468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03EDC-8838-4500-925C-0037A04001A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77275" y="29765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7453C-D5C7-4B4A-99C1-CA993452A53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38825" y="29765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C3B62-AA4C-419A-8425-F8653FFB247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00375" y="29765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C6AB4-31E7-46BE-A1A8-680B2C81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AI エージェントとの共同作業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700C8-A6D4-4BB1-81CE-26542F34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例：「Webサイトの見出しを直して」と依頼した場合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D2345-F8FF-41C5-B569-B4469D7F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4" name="図:人：依頼">
            <a:extLst xmlns:a="http://schemas.openxmlformats.org/drawingml/2006/main">
              <a:ext uri="{FF2B5EF4-FFF2-40B4-BE49-F238E27FC236}">
                <a16:creationId xmlns:a16="http://schemas.microsoft.com/office/drawing/2014/main" id="{9FB82B78-3FC9-4B6E-86E7-4D32C173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23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人：依頼</a:t>
            </a:r>
          </a:p>
        </p:txBody>
      </p:sp>
      <p:sp>
        <p:nvSpPr>
          <p:cNvPr id="5" name="図:AI：変更">
            <a:extLst xmlns:a="http://schemas.openxmlformats.org/drawingml/2006/main">
              <a:ext uri="{FF2B5EF4-FFF2-40B4-BE49-F238E27FC236}">
                <a16:creationId xmlns:a16="http://schemas.microsoft.com/office/drawing/2014/main" id="{C562DBDB-0D4C-4B1E-A2F3-5D7C442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28875"/>
            <a:ext cx="223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AI：変更</a:t>
            </a:r>
          </a:p>
        </p:txBody>
      </p:sp>
      <p:sp>
        <p:nvSpPr>
          <p:cNvPr id="6" name="図:GitHub：PR">
            <a:extLst xmlns:a="http://schemas.openxmlformats.org/drawingml/2006/main">
              <a:ext uri="{FF2B5EF4-FFF2-40B4-BE49-F238E27FC236}">
                <a16:creationId xmlns:a16="http://schemas.microsoft.com/office/drawing/2014/main" id="{779DF80B-95D6-49D1-9557-F61651D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223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9050">
            <a:solidFill>
              <a:srgbClr val="B9CDE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GitHub：PR</a:t>
            </a:r>
          </a:p>
        </p:txBody>
      </p:sp>
      <p:sp>
        <p:nvSpPr>
          <p:cNvPr id="7" name="図:人：確認">
            <a:extLst xmlns:a="http://schemas.openxmlformats.org/drawingml/2006/main">
              <a:ext uri="{FF2B5EF4-FFF2-40B4-BE49-F238E27FC236}">
                <a16:creationId xmlns:a16="http://schemas.microsoft.com/office/drawing/2014/main" id="{5E3FFCD8-92D7-4D70-9A74-CF5E8526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28875"/>
            <a:ext cx="223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人：確認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F6008-98FE-4177-9950-1A4E6259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90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目的を伝える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E4A91-894F-44FC-AC34-A3E0217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ファイルを編集・検証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6B4F8-75B3-4F49-81FD-A624F148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909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差分と結果が残る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23F75-A724-47E8-BB3D-82767DA4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修正依頼か採用を判断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85853-5D2C-42C7-AED9-DC12941D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修正が必要なら、レビューのコメントを使って再依頼できます。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30F33-2358-4C80-9934-45160263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連携方法や利用可能なエージェントはサービス・プラン・権限で変わります。</a:t>
            </a:r>
          </a:p>
        </p:txBody>
      </p:sp>
    </p:spTree>
    <p:extLst>
      <p:ext uri="{BB962C8B-B14F-4D97-AF65-F5344CB8AC3E}">
        <p14:creationId xmlns:p14="http://schemas.microsoft.com/office/powerpoint/2010/main" val="104228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2853F-9BD9-4DB3-A610-3DCEBAB7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AI と使うときの GitHub のメリット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089FE-D5FD-4255-8CB1-BBC8C66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D53F9-CFDC-4673-AEE1-41F7E816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同じ資料を参照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B396-4BE2-4DC2-8EC7-B6267A7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85925"/>
            <a:ext cx="728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リポジトリのファイルを作業の文脈にできる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B8055-478D-411C-8346-F91DE2C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変更を追える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0119A-270C-4B2F-AB3F-F7D9B77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43200"/>
            <a:ext cx="728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AI が何を直したか、差分と履歴で確かめる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9B3FD-BBFE-4F0F-9298-FFD61ABC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採用前に試せる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4FA3D-B5A1-448A-8476-ABFC737D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00475"/>
            <a:ext cx="728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ブランチと PR で main への反映を分ける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20DC6-99FC-4A8A-8B2C-DC0700A0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人が判断できる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333B0-B6BB-4F7B-A0D5-F4E478A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57750"/>
            <a:ext cx="728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レビューで修正依頼や承認を行う</a:t>
            </a:r>
          </a:p>
        </p:txBody>
      </p:sp>
    </p:spTree>
    <p:extLst>
      <p:ext uri="{BB962C8B-B14F-4D97-AF65-F5344CB8AC3E}">
        <p14:creationId xmlns:p14="http://schemas.microsoft.com/office/powerpoint/2010/main" val="710935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BCCDF-D2AF-4C21-B981-7413F0A6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AI の変更にも人の確認が必要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9F08C-5BA8-4E49-8CB8-3AE1D3A3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E5194-A9A3-409E-BCCE-3593F80E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47825"/>
            <a:ext cx="1038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目的に合うか：依頼した内容が反映されたか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683A6-D7FE-40C3-86CD-17449722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1038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差分：関係ないファイルまで変えていないか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AD884-0FE3-477D-B96D-4C7F8B1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48075"/>
            <a:ext cx="1038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動作：テストや表示を確認したか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8EB75-D504-42F8-B4C7-00D04DE8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48200"/>
            <a:ext cx="1038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権限：連携先に何を許可するか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85321-9B21-4A9B-BB5F-E55B4E9B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816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AI が出した提案を、そのまま main に入れる必要はありません。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82003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B88F7-76B8-4924-8074-35D7F8B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まず覚える言葉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0548A-8CCF-40F7-9064-6FC47D6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C8EF-6C80-4820-BE2C-E838EC3F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Repository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4D9C3-E5FB-413C-A52D-E01D5D6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ファイルと変更記録の保管場所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7B1EA-4610-40E4-930F-E5DA559F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289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README.md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88C43-9D55-4169-B113-94EC758C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保管場所の説明文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1F687-AB3D-4905-81A1-AF0E317F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480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86789-8462-477D-8336-3277FED2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480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変更を記録する操作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111C9-725B-4EA1-BB50-5DDFE03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672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CF2D3-A44D-4B8C-949A-AA68F374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過去のコミットを見る入口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92083-F769-4D9A-820D-B27497DD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863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Private / Public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6CACD-C5E6-4C84-94CA-E0FC038D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閲覧できる人の範囲</a:t>
            </a:r>
          </a:p>
        </p:txBody>
      </p:sp>
    </p:spTree>
    <p:extLst>
      <p:ext uri="{BB962C8B-B14F-4D97-AF65-F5344CB8AC3E}">
        <p14:creationId xmlns:p14="http://schemas.microsoft.com/office/powerpoint/2010/main" val="7656860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FD4FE-B148-40BD-9E7E-A03C768A9AD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5038725" y="4029075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DC79E-9EC1-4AFE-A22B-A3BC76E7BE9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353050" y="304800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8EAD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1F5EB-0A41-4729-9E13-A3E3D7C6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作業場所は「手元」と「GitHub」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99A81-728C-4D7F-AAB5-58683B84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添付の「セーブとロード」のたとえを、2つの場所で整理します。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3FC50-1E28-4BAD-B0E2-A2EF951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4" name="図:パソコンのリポジトリ">
            <a:extLst xmlns:a="http://schemas.openxmlformats.org/drawingml/2006/main">
              <a:ext uri="{FF2B5EF4-FFF2-40B4-BE49-F238E27FC236}">
                <a16:creationId xmlns:a16="http://schemas.microsoft.com/office/drawing/2014/main" id="{25EB3324-F8F8-4212-8BBA-6EBC4371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4000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A7BED4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パソコンのリポジトリ</a:t>
            </a:r>
          </a:p>
        </p:txBody>
      </p:sp>
      <p:sp>
        <p:nvSpPr>
          <p:cNvPr id="5" name="図:GitHub のリポジトリ">
            <a:extLst xmlns:a="http://schemas.openxmlformats.org/drawingml/2006/main">
              <a:ext uri="{FF2B5EF4-FFF2-40B4-BE49-F238E27FC236}">
                <a16:creationId xmlns:a16="http://schemas.microsoft.com/office/drawing/2014/main" id="{737DDDB4-954E-4A69-9915-7E265D38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4000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FEEFB"/>
          </a:solidFill>
          <a:ln xmlns:a="http://schemas.openxmlformats.org/drawingml/2006/main" w="19050">
            <a:solidFill>
              <a:srgbClr val="1267B2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GitHub のリポジトリ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11BDE-A5C3-4C2E-8E3C-145EA0B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9570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編集した変更を commit で記録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E36A-468A-4E78-9F8C-BA5D0C7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95700"/>
            <a:ext cx="3800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共有された記録を保管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E34E5-2482-45F5-B520-7677266F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81250"/>
            <a:ext cx="2362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push で手元の記録を送る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9DFF7-4975-4541-B008-2FB02D25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305175"/>
            <a:ext cx="2362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clone / pull で受け取る</a:t>
            </a:r>
          </a:p>
        </p:txBody>
      </p:sp>
      <p:sp>
        <p:nvSpPr>
          <p:cNvPr id="10" name="図:">
            <a:extLst xmlns:a="http://schemas.openxmlformats.org/drawingml/2006/main">
              <a:ext uri="{FF2B5EF4-FFF2-40B4-BE49-F238E27FC236}">
                <a16:creationId xmlns:a16="http://schemas.microsoft.com/office/drawing/2014/main" id="{5F9DDBE6-F045-4796-9621-0346DA2F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000375"/>
            <a:ext cx="314325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図:">
            <a:extLst xmlns:a="http://schemas.openxmlformats.org/drawingml/2006/main">
              <a:ext uri="{FF2B5EF4-FFF2-40B4-BE49-F238E27FC236}">
                <a16:creationId xmlns:a16="http://schemas.microsoft.com/office/drawing/2014/main" id="{6DE748DF-BE5C-44C4-96AF-9E281CC3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314325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図:">
            <a:extLst xmlns:a="http://schemas.openxmlformats.org/drawingml/2006/main">
              <a:ext uri="{FF2B5EF4-FFF2-40B4-BE49-F238E27FC236}">
                <a16:creationId xmlns:a16="http://schemas.microsoft.com/office/drawing/2014/main" id="{85E9FF84-BE79-42C0-BF2C-D832E348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314325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図:">
            <a:extLst xmlns:a="http://schemas.openxmlformats.org/drawingml/2006/main">
              <a:ext uri="{FF2B5EF4-FFF2-40B4-BE49-F238E27FC236}">
                <a16:creationId xmlns:a16="http://schemas.microsoft.com/office/drawing/2014/main" id="{611B4AC8-1B04-42CF-B19A-38CAF87B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81450"/>
            <a:ext cx="314325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4F3D2-C78B-45CB-8E6B-B6B0C53F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572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この資料のブラウザー操作では、GitHub上で直接コミットするので push は不要です。</a:t>
            </a:r>
          </a:p>
        </p:txBody>
      </p:sp>
    </p:spTree>
    <p:extLst>
      <p:ext uri="{BB962C8B-B14F-4D97-AF65-F5344CB8AC3E}">
        <p14:creationId xmlns:p14="http://schemas.microsoft.com/office/powerpoint/2010/main" val="624868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67837-EC4E-4E4E-9FB6-52468DA2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手元とGitHubを行き来する4つの操作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E874F-5001-4F2E-AC28-92DA1D7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3D85C-7634-49FB-B128-E8AE67D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用語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6171F-BA28-4452-B690-178D6947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002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たとえ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A6463-1BDC-49EC-BC9D-FDD82D45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実際にすること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6B309-E2F3-4ECB-BDE7-35C73856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commit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3AF0A-B0D7-4925-B96A-DC5DF22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764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手元で記録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7675D-C1AA-4567-BBA8-35F70F7E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7647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選んだ変更をコミットとして残す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88A2C-17FA-4072-A3F0-632D67E6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01365-5EB6-4E5C-9F50-7F0499A7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527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記録を送る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C0481-51EA-4AAD-A063-23966CFB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手元のコミットをGitHubに送る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B074A-0601-4F73-9FC1-11B9C45E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clone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618AF-8733-4AA8-B969-EE8192DA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290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初回にコピー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D0849-43E4-4EC6-948B-1577733E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リポジトリをパソコンへ複製する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FA370-B667-44FE-88E2-36BEBF6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pull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B60E2-7F54-4E92-A4D3-2E612ECA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053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更新を受け取る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5E90C-15F8-404D-BA21-D20D8565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GitHubの更新を手元に取り込む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20971-F3A9-4F47-B0C9-A021D70C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「ファイルの保存」と「コミット」は別の操作です。</a:t>
            </a:r>
          </a:p>
        </p:txBody>
      </p:sp>
    </p:spTree>
    <p:extLst>
      <p:ext uri="{BB962C8B-B14F-4D97-AF65-F5344CB8AC3E}">
        <p14:creationId xmlns:p14="http://schemas.microsoft.com/office/powerpoint/2010/main" val="170693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2CEA1-BABA-4A40-A2B8-D42D5CBF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ブランチと履歴に関する言葉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249AA-4A12-4241-96F3-B0D81026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「セーブデータ」のたとえから一歩進んで、履歴のつながりとして理解します。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D09B1-6A95-4878-A698-0DCA0B4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92D87-3B37-44E9-AEF4-024980D0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用語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0392D-0699-49DB-A0D3-39F46D04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00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たとえ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1F081-EFF4-4523-8BF9-B136E812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実際にすること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6D26A-4393-4C87-9659-E8407B76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6E6EE-3379-4D7A-A040-DC03BA27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240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別の作業線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A7205-9318-42A8-9326-D38EF11F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mainに影響を与えず変更を試す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4328B-83BF-4271-86E2-D702B29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switch / 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3BB08-2774-42C7-9AC8-2AFB042E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作業先を切り替える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771F8-EF0F-478B-B416-FAF807EA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別のブランチを開いて作業する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80DAF-5A4E-41BB-9E74-D337A9C3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merge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03345-3A86-416B-8CF3-F6B716A3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290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変更を統合する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970D7-F92E-46BC-99E2-3B040CC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確認した別ブランチの変更を取り込む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5E857-CA49-439B-9DFF-F955D8A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tag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F38B3-0096-4704-8C0D-309919F4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815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時点に名前を付ける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C60DD-34E8-4E54-B142-6AD416BA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特定のコミットに版名などを付ける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4BC98-5B1A-4DAC-96CE-DC69B6D1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merge で同じ箇所の変更が重なると、競合を確認して解決する場合があります。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19014706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ABBD8-18FC-4F66-95E4-83A9A76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始める前の準備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E0DF2-5122-45B1-AAA3-F0FA00D2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EDCFF-CADF-4F51-A76F-5BCA147F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github.com で登録・サインイン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A12F8-4C7C-49A4-B1D6-C5D506B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メールの確認を完了する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F1636-9233-48A8-A7A1-B875AF0E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練習用には Private を選ぶ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AB65D-F73D-4EDD-A563-6B9B69F8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パスワードや API キーは書かない</a:t>
            </a:r>
          </a:p>
        </p:txBody>
      </p:sp>
    </p:spTree>
    <p:extLst>
      <p:ext uri="{BB962C8B-B14F-4D97-AF65-F5344CB8AC3E}">
        <p14:creationId xmlns:p14="http://schemas.microsoft.com/office/powerpoint/2010/main" val="17237560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77333-B411-4054-B6DF-80EE52C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リポジトリを作る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05A3C-C036-469E-B7EB-297F09F2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例として my-first-notes を作成します。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22048-6CE2-4EC4-B47F-8B81FE20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82461-7114-49E7-AFDC-6F0335FB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github.com/new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E2158-AD92-46F6-BDC5-8723DF14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Owner：自分のアカウント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9215D-3B6B-46A2-A422-981078E7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Repository name：my-first-notes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88000-8D7E-44D8-BA88-3F330040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Visibility：Private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46F83-1C92-4D8A-A075-6594AE51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Add README：オン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69F32-6F58-4EE3-8666-7E195C6C8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00b696cba43f5"/>
          <a:stretch xmlns:a="http://schemas.openxmlformats.org/drawingml/2006/main"/>
        </p:blipFill>
        <p:spPr>
          <a:xfrm xmlns:a="http://schemas.openxmlformats.org/drawingml/2006/main">
            <a:off x="5095875" y="1854994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6163C-F2E0-468C-8C37-D32B0072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最後に Create repository を押す</a:t>
            </a:r>
          </a:p>
        </p:txBody>
      </p:sp>
    </p:spTree>
    <p:extLst>
      <p:ext uri="{BB962C8B-B14F-4D97-AF65-F5344CB8AC3E}">
        <p14:creationId xmlns:p14="http://schemas.microsoft.com/office/powerpoint/2010/main" val="21004024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2B14B-D90D-4947-BBE8-678264CD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作成できたか確認する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DB326-8F18-4CE4-B8F4-DD520200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7EA63-4FDC-464D-8168-F635C80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確認の目印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70CC6-AE86-48F3-AEB5-27B653BC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名前が my-first-notes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94F02-E619-406B-B139-3D58B1DF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Private の表示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04E9B-7D1F-4FFD-BCAE-0F781F3F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README.md が一覧にある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D6F54-5773-41A1-9AA3-8A9BB95E4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9a79fe4d04e01"/>
          <a:stretch xmlns:a="http://schemas.openxmlformats.org/drawingml/2006/main"/>
        </p:blipFill>
        <p:spPr>
          <a:xfrm xmlns:a="http://schemas.openxmlformats.org/drawingml/2006/main">
            <a:off x="5095875" y="1854994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33C48-375E-44E3-94C9-BFCBFD66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README は説明文の入口になります</a:t>
            </a:r>
          </a:p>
        </p:txBody>
      </p:sp>
    </p:spTree>
    <p:extLst>
      <p:ext uri="{BB962C8B-B14F-4D97-AF65-F5344CB8AC3E}">
        <p14:creationId xmlns:p14="http://schemas.microsoft.com/office/powerpoint/2010/main" val="10640134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3AFAD-42C1-4067-87A9-F27497DB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README を編集する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C5A4A-5411-4A50-B790-E12EAFB6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FC8ED-F4FE-40C3-B3B6-0394896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README.md を開き、鉛筆の Edit this file を選ぶ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C3262-27AE-4D93-AA6B-9C009418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入力例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E6952-1962-448C-BFBF-2B98A3C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# わたしの練習メモ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GitHubの使い方を練習しています。</a:t>
            </a:r>
          </a:p>
          <a:p xmlns:a="http://schemas.openxmlformats.org/drawingml/2006/main">
            <a:pPr>
              <a:def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少しずつ文章を追加します。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542F3-B437-4D91-AD0B-3ABF2ED8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# の後に半角スペースを入れると見出しになります。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16193006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F48E0-3FD4-42B4-8F64-A66CA49F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コミットして保存する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BF3B8-B75E-4689-8093-E8FC3AE0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39517-3D71-4AC3-8070-A514DCC8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最後の確定まで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7ED66-3BB3-44D3-8775-9DB58064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Commit changes… を押す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52B4B-251E-4BDB-AC89-C2DA2E3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メッセージに「READMEに練習文を追加」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48783-D7A1-4F0E-A5E6-58292A75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Commit directly to main を選ぶ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E3BC6-7DD7-4B56-9560-71E6513F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Commit changes で確定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C127B-A81C-4A4F-8199-75D3219B8D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b62955d3040ae"/>
          <a:stretch xmlns:a="http://schemas.openxmlformats.org/drawingml/2006/main"/>
        </p:blipFill>
        <p:spPr>
          <a:xfrm xmlns:a="http://schemas.openxmlformats.org/drawingml/2006/main">
            <a:off x="5095875" y="1854994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3FD33-818B-4F1B-A2A2-F896633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README を開き直し、文章が見えれば成功</a:t>
            </a:r>
          </a:p>
        </p:txBody>
      </p:sp>
    </p:spTree>
    <p:extLst>
      <p:ext uri="{BB962C8B-B14F-4D97-AF65-F5344CB8AC3E}">
        <p14:creationId xmlns:p14="http://schemas.microsoft.com/office/powerpoint/2010/main" val="3350511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5867F-7DFF-4CBE-BABF-A68AB8FD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新しいファイルを作る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1A6D4-ABFA-412D-9144-41A6C7BB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E5434-6387-4AF3-91FF-CDA68B07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1450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Code でファイル一覧に戻る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74ACF-AC79-4A9C-88BD-573AD6DD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76525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Add file → Create new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42BCD-C728-46F5-840F-4BF000EE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385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名前を memo.txt にする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F48C5-E1E9-4A3C-A2F0-B71F2238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00575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本文を書き、コミットする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1714E-E446-49CE-878E-E45BBE88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確認：一覧に memo.txt が増える</a:t>
            </a:r>
          </a:p>
        </p:txBody>
      </p:sp>
    </p:spTree>
    <p:extLst>
      <p:ext uri="{BB962C8B-B14F-4D97-AF65-F5344CB8AC3E}">
        <p14:creationId xmlns:p14="http://schemas.microsoft.com/office/powerpoint/2010/main" val="17917891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EDA4A-B865-4A81-8F4F-05D40B4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手元のファイルを追加する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C5BF5-0A06-42F3-A5CF-9D6EF2B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878BA-ED72-4293-87B9-BCAC6145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アップロード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E56C8-CA5D-4A52-A3CD-282E1828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Add file → Upload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BB3AF-890F-4BF5-B984-7CCB0E4B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ファイルを選ぶかドラッグする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331EE-8C8C-4A9E-AD93-46A58550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名前を確認し、メッセージを書く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BBF31-4915-495D-BE5F-D43A26A2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414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Commit changes で確定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E98DC-F7EE-4247-B9E1-F4809191C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1da8252874cf2"/>
          <a:stretch xmlns:a="http://schemas.openxmlformats.org/drawingml/2006/main"/>
        </p:blipFill>
        <p:spPr>
          <a:xfrm xmlns:a="http://schemas.openxmlformats.org/drawingml/2006/main">
            <a:off x="5095875" y="1854994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4B187-7E47-4410-9B6B-923D6621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ファイルを選んだだけでは追加は完了しません</a:t>
            </a:r>
          </a:p>
        </p:txBody>
      </p:sp>
    </p:spTree>
    <p:extLst>
      <p:ext uri="{BB962C8B-B14F-4D97-AF65-F5344CB8AC3E}">
        <p14:creationId xmlns:p14="http://schemas.microsoft.com/office/powerpoint/2010/main" val="17237294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35988-2DA0-480A-BDED-F958A3FA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過去の状態を確かめる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D9971-F9CC-404D-AE82-0F1E86A2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ED82B-F93E-4DA7-8E7E-A6169B6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README.md を開く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646FA-7E67-4710-9F53-D74EFFB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History を選ぶ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0C9D8-EDB4-42CF-8440-421E1AED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日時とコミットメッセージを見る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7229F-9796-4EE9-B8E9-8D5A108A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記録を開いて変更内容を確認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08231-57AC-48E5-8939-6E01EC51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前の文章に戻すときは、内容を確認して新しいコミットで記録します。</a:t>
            </a:r>
          </a:p>
        </p:txBody>
      </p:sp>
    </p:spTree>
    <p:extLst>
      <p:ext uri="{BB962C8B-B14F-4D97-AF65-F5344CB8AC3E}">
        <p14:creationId xmlns:p14="http://schemas.microsoft.com/office/powerpoint/2010/main" val="12487929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59DC-A9C9-4916-900A-DE1317DC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共同作業の入口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F633E-F0F9-4416-9A31-70191B94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自分の練習から、チームで変更を相談する段階へ。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380BC-E045-4079-918C-A1D4A8CE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82C43-2CD8-4223-BA16-602E4B5C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Branch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9216A-2A65-4D8C-8354-57AD51A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6215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main から分けた作業線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07BAE-769C-4C79-8407-A015B6C5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Pull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A2E06-E14B-4262-85BD-D31C28E3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71825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変更を取り込む前に相談・確認する場所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7B32D-D3C6-4CDB-8DA5-AE2DF2B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Merge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C12CD-BF18-48D0-AED2-53DB8135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815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確認した変更を main に反映する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4830D-16AF-4C48-A9A8-BDDAC99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Private の URL だけでは、招待していない人は閲覧できません。</a:t>
            </a:r>
          </a:p>
        </p:txBody>
      </p:sp>
    </p:spTree>
    <p:extLst>
      <p:ext uri="{BB962C8B-B14F-4D97-AF65-F5344CB8AC3E}">
        <p14:creationId xmlns:p14="http://schemas.microsoft.com/office/powerpoint/2010/main" val="7411473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6D0CE-316B-4CAF-8276-D046BB0C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安全に使うために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5D26A-A201-4E9D-B825-2D5DAA24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92A39-CEB4-495A-A6CA-5DE8CC61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24025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Public にする前に内容を確認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45D17-D254-4990-B2BE-A711DF6F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秘密情報は Private にも書かない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64B55-86F6-4EB8-AFCC-762EF1D9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流出したキーは無効化・再発行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8700-05BD-4263-B553-E00C9FD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2440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画面が変わったら英語の名称を探す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A1300-7CD7-4432-946C-791E410B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4835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演習の達成：作成、編集、コミット、History の確認</a:t>
            </a:r>
          </a:p>
        </p:txBody>
      </p:sp>
    </p:spTree>
    <p:extLst>
      <p:ext uri="{BB962C8B-B14F-4D97-AF65-F5344CB8AC3E}">
        <p14:creationId xmlns:p14="http://schemas.microsoft.com/office/powerpoint/2010/main" val="12510380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1575D-0BC1-4EED-B8B1-D864594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53B"/>
                </a:solidFill>
                <a:latin typeface="Yu Gothic"/>
                <a:ea typeface="Yu Gothic"/>
                <a:cs typeface="Yu Gothic"/>
              </a:rPr>
              <a:t>補足：Claude など外部サービスとの連携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0B88-FD61-44EE-9EC3-11F2B3D0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26273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4F2CA-F250-4F3B-B159-44EE8D94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63545"/>
                </a:solidFill>
                <a:latin typeface="Yu Gothic"/>
                <a:ea typeface="Yu Gothic"/>
                <a:cs typeface="Yu Gothic"/>
              </a:rPr>
              <a:t>GitHub のリポジトリを別サービスから選び、そこでの作業結果を確認できます。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E3929-0B9F-4470-B281-233531D0F5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1b26af0ee4fcc"/>
          <a:stretch xmlns:a="http://schemas.openxmlformats.org/drawingml/2006/main"/>
        </p:blipFill>
        <p:spPr>
          <a:xfrm xmlns:a="http://schemas.openxmlformats.org/drawingml/2006/main">
            <a:off x="5315479" y="2781300"/>
            <a:ext cx="4656667" cy="2619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D6A35-4DA7-44EC-96AC-E9D6D78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267B2"/>
                </a:solidFill>
                <a:latin typeface="Yu Gothic"/>
                <a:ea typeface="Yu Gothic"/>
                <a:cs typeface="Yu Gothic"/>
              </a:rPr>
              <a:t>特典や画面名は時期・プランで変わります。連携時はアクセス権限を確認してください。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534966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2026-10-14T07:49:30.7870000Z</dcterms:created>
  <dcterms:modified xsi:type="dcterms:W3CDTF">2026-10-14T07:49:30.7870000Z</dcterms:modified>
</coreProperties>
</file>